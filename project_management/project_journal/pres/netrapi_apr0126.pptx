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3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1027-0035-828A-A477-8123C7EED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BC7A2E-0D58-AEF2-4D74-001EF2E5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40961-9341-494B-B53F-D465745B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88AA2-612D-CA1D-87AE-964F5896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380BC-7388-5BEF-B349-23C659A6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7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7A66-50EF-4E58-DA2E-BAF2EC01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6DC1-235E-F9E0-F385-016621DD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41C38-0B70-4DB8-9EE0-26ACC2A7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1D1B-7838-11B5-3712-096E111F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D467C-A064-4E89-011D-4A9B4E05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9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46D7-744E-FB2E-4B13-E17D84AF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BDD9-E452-1D69-A046-26BF77629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2FDAE-853C-47C3-92D9-30CCA4B7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94E8-491C-DE5A-784B-6EE35D6D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41332-4BD5-E3A0-10E0-3BC853B6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1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D36F-C51D-DFAE-6E4C-13F8598C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F24D-237E-5784-3485-AA17FBCEC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AADC0-84E9-C428-D7FD-74A5ACD84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46478-D02D-6306-F8F6-1D1ED1FD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74050-4852-7E53-7068-4F5B881C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63209-696B-7EDE-457D-8C3C37DE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6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C426-D8CC-3166-1C4D-BFF3C77D7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F6A66-7615-3F2D-4E33-F24DC928B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51C5A-7ED8-3CFA-7845-4712685D2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212D3-D923-8852-7D1B-D3E58974C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05064-B91E-1D6A-EDFE-231AB4B67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19514-DF0C-FC3B-6591-49CE5D72B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732C3-18C6-EBC1-6836-1D215BC9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3B01A-34FA-3F46-939C-E25532DE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2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F8E3-ED42-E793-8B40-17A8809B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AB928-ECFC-D1AF-1077-DAF6DAF0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E89CB-1527-07A1-552A-91246C21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D8C36-6DEE-AB5E-36BE-11A222DB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9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2EB9D-B3C9-1AD6-6C3C-7CA84094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EE616-967E-E577-65B3-A4EDCD75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AFF39-1375-7B85-DF4F-98DCC137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4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FB20-AB55-7133-8379-684B9B820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9C86E-0146-98F3-1FE4-C952BC2E7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C2CC8-943C-C824-D8A0-8807B1694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E14F7-406C-4559-FC6A-7720ED39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D94C6-9B6A-8C18-6D35-42094866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7EB3A-DE4D-F4BC-56DA-EE692862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6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1E8B-5917-8710-DC1F-C910AEC6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2686-8AC2-8CF7-74CB-376D58E4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DBF87-CEBE-26E9-DB06-8681E229E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5395B-0B6F-3499-E1B9-A32DFD38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391B3-5690-201A-A223-E28A138D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FBF39-FE0D-C1C6-15AC-FA295325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2D53-9DC0-4C7A-26F1-59FE64E7D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606A5-97A2-E739-1CC8-22F4EE3FB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70296-9B50-2561-7D3A-611E0FB2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1811A-5E1C-B094-ECD4-F542C431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BC401-503F-C612-A5A3-570BD1BD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3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123579-F7C8-DC6C-D3E2-8AB6653FC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94F5D-72E8-64F0-45C4-693A90B28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AD6AE-72BF-B30C-0CAB-708A0C82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57B8D-5700-AFD1-5C38-460F1259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128A0-6A42-1A21-B717-AE76F547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9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BC8F9-07CE-38EC-E446-AA58C93B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AB08C-F050-9EB9-DE03-0CF43EE19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10C7F-1D01-9CD9-2358-D7BC9A5CA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3D7EE-B78B-4297-813C-FB573242449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91308-50A8-70EC-CA29-23F202645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54CC4-FEF2-7D02-A05B-063923DD0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D06D0-1313-4D32-A28C-3EB08ABCD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9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4908-6AF2-80F3-34E6-F44F47286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NetraPi</a:t>
            </a:r>
            <a:r>
              <a:rPr lang="en-US" dirty="0"/>
              <a:t> – Phase 1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D0A14-680A-8109-7072-779E5DD68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Date: 4/1/2026</a:t>
            </a:r>
          </a:p>
        </p:txBody>
      </p:sp>
    </p:spTree>
    <p:extLst>
      <p:ext uri="{BB962C8B-B14F-4D97-AF65-F5344CB8AC3E}">
        <p14:creationId xmlns:p14="http://schemas.microsoft.com/office/powerpoint/2010/main" val="791650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731E-2906-89B5-FF81-F596E327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Redoing Physical Configuration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2C0DE6-5D44-604D-5DF8-9743FFEF8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3018" y="2141537"/>
            <a:ext cx="406944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FB4E05-CADA-8E90-63D9-E5913234BFEB}"/>
              </a:ext>
            </a:extLst>
          </p:cNvPr>
          <p:cNvSpPr txBox="1"/>
          <p:nvPr/>
        </p:nvSpPr>
        <p:spPr>
          <a:xfrm>
            <a:off x="838200" y="2064774"/>
            <a:ext cx="61230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Trying different approach for the system because the camera footage is shaky and there was wires in the frame</a:t>
            </a:r>
          </a:p>
          <a:p>
            <a:pPr marL="285750" indent="-285750">
              <a:buFontTx/>
              <a:buChar char="-"/>
            </a:pPr>
            <a:r>
              <a:rPr lang="en-US" dirty="0"/>
              <a:t>Bought a new mount that is more compact (doesn’t have lever arm)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Created &amp; ordered 3D printed wedge mount so camera view could be level with ground</a:t>
            </a:r>
          </a:p>
          <a:p>
            <a:pPr marL="285750" indent="-285750">
              <a:buFontTx/>
              <a:buChar char="-"/>
            </a:pPr>
            <a:r>
              <a:rPr lang="en-US" dirty="0"/>
              <a:t>Will use the dual lock adhesive to attach the wedge to the windshield and then mount the camera on the rectangular base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mount will hold the pi case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mount and the wedge mount will be in close proximity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Hopefully this reduces shakiness</a:t>
            </a:r>
          </a:p>
          <a:p>
            <a:pPr marL="285750" indent="-285750">
              <a:buFontTx/>
              <a:buChar char="-"/>
            </a:pPr>
            <a:r>
              <a:rPr lang="en-US" dirty="0"/>
              <a:t>Got a library card and will attend maker space orientation on Saturday so I can start using the 3D printer for cheaper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FDA35-D711-A25E-FE4D-B649ABC85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3382" y="2682645"/>
            <a:ext cx="2720576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8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9468-B754-B6F2-693D-F774BF8A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ACAE9-CCE8-487E-9755-2D7C78BD2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previous setup, the 3 hour driving test passed</a:t>
            </a:r>
          </a:p>
          <a:p>
            <a:r>
              <a:rPr lang="en-US" dirty="0"/>
              <a:t>All of the footage clips were saved no problem (no corruption,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Will have to redo all of the tests once I have the new setup though</a:t>
            </a:r>
          </a:p>
        </p:txBody>
      </p:sp>
    </p:spTree>
    <p:extLst>
      <p:ext uri="{BB962C8B-B14F-4D97-AF65-F5344CB8AC3E}">
        <p14:creationId xmlns:p14="http://schemas.microsoft.com/office/powerpoint/2010/main" val="24750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C2E7-9174-656A-253B-A6A4B2C4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Audible Feedback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CFF20-8FDA-29FD-B506-275FFE97B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833" y="1960372"/>
            <a:ext cx="6605116" cy="44109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327200-DBEE-BD99-A475-CC72918BD6F6}"/>
              </a:ext>
            </a:extLst>
          </p:cNvPr>
          <p:cNvSpPr txBox="1"/>
          <p:nvPr/>
        </p:nvSpPr>
        <p:spPr>
          <a:xfrm>
            <a:off x="353961" y="1960372"/>
            <a:ext cx="4031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Need to buy some speaker modules with wires so that when an event is detected, a sound will be played</a:t>
            </a:r>
          </a:p>
        </p:txBody>
      </p:sp>
    </p:spTree>
    <p:extLst>
      <p:ext uri="{BB962C8B-B14F-4D97-AF65-F5344CB8AC3E}">
        <p14:creationId xmlns:p14="http://schemas.microsoft.com/office/powerpoint/2010/main" val="1757676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194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NetraPi – Phase 1 Updates</vt:lpstr>
      <vt:lpstr>Redoing Physical Configuration</vt:lpstr>
      <vt:lpstr>Previous Progress</vt:lpstr>
      <vt:lpstr>Real-time Audible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Terrell, Gregory A.</dc:creator>
  <cp:lastModifiedBy>Terrell, Gregory A.</cp:lastModifiedBy>
  <cp:revision>1</cp:revision>
  <dcterms:created xsi:type="dcterms:W3CDTF">2026-04-02T00:13:24Z</dcterms:created>
  <dcterms:modified xsi:type="dcterms:W3CDTF">2026-04-02T00:51:09Z</dcterms:modified>
</cp:coreProperties>
</file>