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408C-6083-00B1-8FB6-BAFC59831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858A1-1EBF-C271-F9BF-6473AEBE0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EE7EE-A171-E57B-029F-BB8F170EC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B0891-EEB9-56B4-4680-352B2210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04F48-E17B-750B-A77E-B3C4EFF8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3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EED2A-586F-8787-A0FB-811A6B32E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5F244-E0A1-492A-466C-850C2CC91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84A13-A739-ED04-EC9C-18C314C5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B06DB-01AF-0033-14FE-0F219421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31DC9-0F12-F67E-F491-72FB205FA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0D706-F2D4-209A-268C-7B89A604C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47DF2-22DC-2BB6-E66D-7B1A4475A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C6ECB-1EEE-77BC-5272-0C3F87B0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DB69A-664B-A4D3-54CB-88B81472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7438E-7D2B-589A-8B13-19F7853F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7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5FB43-D237-3A7C-0193-E68ACE0F4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BBBB2-1348-DDEB-2B81-33E2D6A4F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466C0-18E0-A2A3-1176-47ED4C31B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347F2-856B-7060-A0D2-A4472D11B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F8B98-1551-F0A5-0DC2-BDA6C2A3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B41E5-234B-C8AB-A3E2-F15A271C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5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21FA-0F4C-9AD8-6802-8307CA29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8AC2A-3AD2-9832-2257-967B3EAF2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08B25E-CF17-5EAE-4E8C-29DBDB332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C055DF-148E-A934-8D55-2E9D693E3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E8E93-725B-7008-E026-C3CBD5F8C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159C5-6EE6-F7EE-85C1-36505A581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5A9FF2-ECBC-645E-D2CB-CF33FE680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2E7E98-33C4-1C57-788F-7B5B029F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2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3D137-F3B6-916A-D349-8BA93495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51D27-1C00-FA3E-671A-6D768CD0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45279-5632-97E5-2160-8367916E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2D6EB-6260-D6AC-F819-45B25112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85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19A11-6B66-5D5B-A343-D8FE5216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88AFC-CA42-B3C6-BAB3-68F6A33B1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802EA-A52E-D66B-E457-A7D06D7B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FBBC-A0B2-AA95-6948-27D3BBCD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314E1-E1D0-D1EC-0186-C051D74BB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F3EF4-616F-77A2-B720-95B03CB4B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63F63-DCAE-D416-FA39-BB9B1156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4B2E4-993E-6D13-C0BF-C5DD4605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5ADA8-B474-1F6E-A538-E11A8C09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7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8FB7-99B6-9177-08EB-0B723E976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8B94F-D5B1-68D8-12A3-E87382F35A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AF020-1E83-6599-B767-E507665FA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6A3DE-8989-42EB-5C46-44A9E6F3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C0737-2234-D781-48F1-11AE5C7C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6428D-4BA3-1578-85D7-67E9E5E7B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34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341C6-1153-3B92-A711-5F33F0EF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0069E-5045-DD6E-4694-BF5127761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97754-955D-C2D2-A740-F65E24626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7FE85-E489-A3BA-EA8A-357A2D7D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4067E-F0DF-0911-46F9-067B8DC8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22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2B81C0-18C5-743C-FBFF-51FC28930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9AB85-E6E5-DFF7-3BF9-2A534B84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9C5C9-880C-7CB3-759C-42290589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D39F4-9C87-7590-56EE-DF2F746C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47FFC-29D3-6A1A-42CA-A82F3F1B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25A87-7FE6-34D8-655E-20756A778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DD0B9-858B-CB73-1288-9EC9D5737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DE1D7-71B9-E22E-6EA9-1332E0FCC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3F00A-056E-4331-B7A5-BF15B466899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41C7B-F3DB-3420-E01A-2D92DB810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4ADFF-0530-FB6D-908B-1165E731A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147EF5-1D2E-4CB4-B3CD-8D3D00FBD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8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8DDA-5E54-EC30-2436-1CCE89B77D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538E1-32B2-F504-4227-23CF86605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52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B19F-991E-C3C2-D60E-7ED629E5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3D46D-4A58-E64C-F905-F3CA4D166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Security: Risk of vehicle break-ins, theft of expensive equipment, and unauthorized access or hacking of the Raspberry Pi</a:t>
            </a:r>
          </a:p>
          <a:p>
            <a:r>
              <a:rPr lang="en-US" dirty="0"/>
              <a:t>Temperature: Ability of the hardware to withstand high Texas heat inside a parked vehicle</a:t>
            </a:r>
          </a:p>
          <a:p>
            <a:r>
              <a:rPr lang="en-US" dirty="0"/>
              <a:t>Mounting: Physical installation of the Raspberry Pi, camera, power source, wiring, and enclosure</a:t>
            </a:r>
          </a:p>
          <a:p>
            <a:r>
              <a:rPr lang="en-US" dirty="0"/>
              <a:t>Storage: Managing large volumes of video data both locally and remotely</a:t>
            </a:r>
          </a:p>
          <a:p>
            <a:r>
              <a:rPr lang="en-US" dirty="0"/>
              <a:t>Accessibility: Easily viewing and reviewing saved clips, preferably via a mobile app</a:t>
            </a:r>
          </a:p>
          <a:p>
            <a:r>
              <a:rPr lang="en-US" dirty="0"/>
              <a:t>Safety Detection: Reliably detecting unsafe driving events and automatically saving relevant footage</a:t>
            </a:r>
          </a:p>
        </p:txBody>
      </p:sp>
    </p:spTree>
    <p:extLst>
      <p:ext uri="{BB962C8B-B14F-4D97-AF65-F5344CB8AC3E}">
        <p14:creationId xmlns:p14="http://schemas.microsoft.com/office/powerpoint/2010/main" val="4026534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B0D01-A445-387F-C8AD-4E08980E4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7E7F-12C8-06A2-0C5C-402D00778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Scope Creep Management – is this work inside the scope?</a:t>
            </a:r>
          </a:p>
          <a:p>
            <a:r>
              <a:rPr lang="en-US" dirty="0"/>
              <a:t>Attend meetings</a:t>
            </a:r>
          </a:p>
          <a:p>
            <a:r>
              <a:rPr lang="en-US" dirty="0"/>
              <a:t>Ask questions to clarify confusing aspects</a:t>
            </a:r>
          </a:p>
          <a:p>
            <a:r>
              <a:rPr lang="en-US" dirty="0"/>
              <a:t>Risk spotting (where could things get stuck)</a:t>
            </a:r>
          </a:p>
          <a:p>
            <a:r>
              <a:rPr lang="en-US" dirty="0"/>
              <a:t>Constructive criticism</a:t>
            </a:r>
          </a:p>
          <a:p>
            <a:r>
              <a:rPr lang="en-US" dirty="0"/>
              <a:t>Testing (if there’s an app for example)</a:t>
            </a:r>
          </a:p>
          <a:p>
            <a:r>
              <a:rPr lang="en-US" dirty="0"/>
              <a:t>Creating visual assets (maybe)</a:t>
            </a:r>
          </a:p>
          <a:p>
            <a:r>
              <a:rPr lang="en-US" dirty="0"/>
              <a:t>Visual design decisions</a:t>
            </a:r>
          </a:p>
          <a:p>
            <a:r>
              <a:rPr lang="en-US" dirty="0"/>
              <a:t>Suggestions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606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5FB6-D232-6A93-E33D-A5ED0C58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4F066-306A-9837-D2F2-37E7DCEFE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 every Saturday at ?? </a:t>
            </a:r>
          </a:p>
        </p:txBody>
      </p:sp>
    </p:spTree>
    <p:extLst>
      <p:ext uri="{BB962C8B-B14F-4D97-AF65-F5344CB8AC3E}">
        <p14:creationId xmlns:p14="http://schemas.microsoft.com/office/powerpoint/2010/main" val="26212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FBD9-5AD0-605B-535D-2A8C9982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Will I actually use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9B473-E535-D082-1091-AFEC978D8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Needed functionality</a:t>
            </a:r>
          </a:p>
          <a:p>
            <a:pPr lvl="1"/>
            <a:r>
              <a:rPr lang="en-US" dirty="0"/>
              <a:t>Discrete/hidden storage</a:t>
            </a:r>
          </a:p>
          <a:p>
            <a:pPr lvl="1"/>
            <a:r>
              <a:rPr lang="en-US" dirty="0"/>
              <a:t>Doesn’t expose sensitive data and isn’t easily hackable</a:t>
            </a:r>
          </a:p>
          <a:p>
            <a:pPr lvl="1"/>
            <a:r>
              <a:rPr lang="en-US" dirty="0"/>
              <a:t>System can stay online for at least one day before needing replacement</a:t>
            </a:r>
          </a:p>
          <a:p>
            <a:pPr lvl="1"/>
            <a:r>
              <a:rPr lang="en-US" dirty="0"/>
              <a:t>Can leave items in car for extended periods of time in hot Texas heat</a:t>
            </a:r>
          </a:p>
          <a:p>
            <a:pPr lvl="1"/>
            <a:r>
              <a:rPr lang="en-US" dirty="0"/>
              <a:t>Equipment is removable and easily securable (doesn’t take too long)</a:t>
            </a:r>
          </a:p>
          <a:p>
            <a:pPr lvl="1"/>
            <a:r>
              <a:rPr lang="en-US" dirty="0"/>
              <a:t>Storage is not extremely expensive and does not require a subscription</a:t>
            </a:r>
          </a:p>
          <a:p>
            <a:pPr lvl="1"/>
            <a:r>
              <a:rPr lang="en-US" dirty="0"/>
              <a:t>Doesn’t destroy the raspberry pi</a:t>
            </a:r>
          </a:p>
          <a:p>
            <a:pPr lvl="1"/>
            <a:r>
              <a:rPr lang="en-US" dirty="0"/>
              <a:t>Doesn’t distract my driving or make driving less safe</a:t>
            </a:r>
          </a:p>
          <a:p>
            <a:pPr lvl="1"/>
            <a:r>
              <a:rPr lang="en-US" dirty="0"/>
              <a:t>Records 24 hours</a:t>
            </a:r>
          </a:p>
        </p:txBody>
      </p:sp>
    </p:spTree>
    <p:extLst>
      <p:ext uri="{BB962C8B-B14F-4D97-AF65-F5344CB8AC3E}">
        <p14:creationId xmlns:p14="http://schemas.microsoft.com/office/powerpoint/2010/main" val="2675853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7369-302B-4984-D3E1-9BED1696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90DC0-5CAF-AC77-7491-53702E159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use of equipment</a:t>
            </a:r>
          </a:p>
          <a:p>
            <a:r>
              <a:rPr lang="en-US" dirty="0"/>
              <a:t>Fulfill promise made to self</a:t>
            </a:r>
          </a:p>
          <a:p>
            <a:r>
              <a:rPr lang="en-US" dirty="0"/>
              <a:t>Outlet for socializing with parents</a:t>
            </a:r>
          </a:p>
          <a:p>
            <a:r>
              <a:rPr lang="en-US" dirty="0"/>
              <a:t>Help with resume</a:t>
            </a:r>
          </a:p>
        </p:txBody>
      </p:sp>
    </p:spTree>
    <p:extLst>
      <p:ext uri="{BB962C8B-B14F-4D97-AF65-F5344CB8AC3E}">
        <p14:creationId xmlns:p14="http://schemas.microsoft.com/office/powerpoint/2010/main" val="747725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256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Problems</vt:lpstr>
      <vt:lpstr>Responsibilities</vt:lpstr>
      <vt:lpstr>Schedule</vt:lpstr>
      <vt:lpstr>Q: Will I actually use this?</vt:lpstr>
      <vt:lpstr>Purpose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Terrell, Gregory A.</dc:creator>
  <cp:lastModifiedBy>Terrell, Gregory A.</cp:lastModifiedBy>
  <cp:revision>3</cp:revision>
  <dcterms:created xsi:type="dcterms:W3CDTF">2026-01-24T16:52:58Z</dcterms:created>
  <dcterms:modified xsi:type="dcterms:W3CDTF">2026-01-25T05:13:21Z</dcterms:modified>
</cp:coreProperties>
</file>